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FunRec：把推荐系统做成可相信的故事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从 PyTorch 迁移、时序协议重建，到受控优化与停止规则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MovieLens 1M · YouTubeDNN 召回 + DeepFM 排序 + 多样性重排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核心交付不是‘挑一个最高分模型’，而是可复现、可解释、可停止的决策链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模型选择始终只用 Validation；封存 Test 不参与后续方向选择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项目代码、实验注册表与冻结结果工件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端到端系统已迁移到 PyTorch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离线训练与线上服务使用同一套受控工件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召回：YouTubeDNN 用户塔对 3,883 部电影做 exact full softmax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排序：DeepFM 的一阶、FM 二阶与 DNN 分支共享二阶 embedding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服务链路：多路召回 → DeepFM 排序 → 类型/年代多样性重排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已完成离线产物、部署目录、Docker 容器内核心工件哈希一致性核验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docs/baseline_walkthrough.md；docs/experiment_registry.md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先修实验协议，才讨论算法提升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原先的评估不能支撑可信结论，因此先重建时序边界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每位用户按时间切分：早期交互为 Train，倒数第二条为 Validation，最后一条为 Test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修复跨 split 用户—电影冲突与未来正样本被误采为早期负样本的问题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Retrieval：Train 982,089；Validation 6,040；Test 6,040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Test 只完成一次基线核验，随后封存；后续实验禁止访问、反序列化或重评估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docs/baseline_walkthrough.md；pytorch-baseline-v1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可信 Baseline：真实，但有明确边界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History-10 masked mean；Validation 选 Epoch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唯一封存 Test：Recall@10 0.137086，NDCG@10 0.070298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Retrieval Test Recall@10 是 popularity 对照的 7.08×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DeepFM Test ROC-AUC 0.841382；这不是线上 A/B，也不等同于 Top-K 收益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Baseline 作为可信锚点，而非继续追逐单个总分的理由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pytorch-baseline-v1 tag；docs/results/baseline_v0_*.json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Validation 诊断：整体平均数掩盖了结构性弱点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诊断是相关证据，不直接宣称兴趣漂移因果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Baseline Validation Recall@10：AQ0 0.198423，而 AQ3 仅 0.105123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AQ0−AQ3 gap = 0.093300；尾部目标 PQ0 Recall@10 = 0.079396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高活跃用户的退化在控制目标电影热度后仍存在，但与热度有交互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由此定义五项联合准入门槛：总 Recall、NDCG、AQ3、gap、尾部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docs/results/baseline_v1_validation_diagnostics.json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门槛先冻结：不让结果反过来定义成功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每个候选必须同时通过 5/5 项 Validation 门槛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Recall@10 ≥ 0.161954；NDCG@10 ≥ 0.072737；AQ3 ≥ 0.110123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AQ0−AQ3 gap ≤ 0.088300；Tail PQ0 ≥ 0.069396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门槛来自 Baseline 加/减预注册容忍带：既要求总体不退化，也保护弱切片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只用 Validation 决定接受或拒绝；不因失败后调低门槛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docs/results/attention20_preregistered_config.json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失败对照一：History-20 masked mean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延长历史窗口不是免费的表达能力提升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唯一核心变化：History-10 → History-20，其余训练协议冻结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Validation Recall@10 0.143543，NDCG@10 0.072490，仅通过 1/5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被拒绝并保留；没有因为训练更复杂或窗口更长而获得晋级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Test 始终关闭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docs/results/history20_masked_mean_validation_results.json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遮罩诊断否定了‘简单历史稀释’解释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不应把旧历史直接删掉，也不该把失败归因成单一原因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full-20 / recent-10 / older-10 Recall@10：0.143543 / 0.122682 / 0.071192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只有 1/4 项诊断判据支持简单等权稀释，因此证据不足以删除旧历史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下一步仅允许测试更有表达力的聚合机制，而不是叠加多个改动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docs/results/history20_mask_diagnostics.json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Attention-20：总体显著改善，但仍按规则拒绝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History-20 + personalized attention；Epoch 20 最佳，Epoch 23 早停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Recall@10 0.199007；NDCG@10 0.101495；AQ3 0.139721；Tail PQ0 0.120735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但 AQ0−AQ3 gap = 0.120463，高于冻结上限 0.088300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因此是 4/5 的 validation_rejected，而不是可部署的胜利模型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这正是联合门槛的价值：阻止‘总体更好’掩盖公平性退化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docs/results/attention20_validation_results.json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双时间尺度 Attention 也没有跨过决定性门槛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保留 older-15 / recent-5，并学习融合；仍只用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gap 从 Attention-20 的 0.120463 降至 0.106017，但仍高于 0.088300 上限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其余四项通过，仍是 4/5 拒绝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同一 attention/pooling 假设族两次都在 gap 门槛失败，因此按治理规则关闭该方向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docs/results/dualtimescale_attention20_validation_results.json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协议事故也进入故事：发现、隔离、修复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透明记录失败比掩盖失败更重要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首个 activity-balanced 正式目录误载入含嵌入 Test 的旧工件，因反序列化 Test 而协议无效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没有输出 Test 指标；该目录、日志和 checkpoint 全部隔离，不用于选择、报告或 PPT 指标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修复：选择集预处理不再生成 Test；训练入口 fail-closed，只接受 train + validation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修复代码经过 19 项相关测试，并以新目录、冻结配置重新开始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protocol incident；commits b4d883d/eec16bb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失败对照二：activity-balanced loss 有效运行但方向错误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唯一变量：仅依赖 Train 活跃度分位的 full-softmax 损失加权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有效替代运行：Epoch 25 早停；Validation loss 最佳 checkpoint 为 Epoch 22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Recall@10 0.152980；NDCG@10 0.076987；AQ3 0.085828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gap 0.127706；Tail PQ0 0.049213；仅 NDCG 通过，最终 1/5 拒绝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说明此重加权没有改善目标切片，反而扩大高低活跃差距；Test 未访问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activity_balanced_history10_rerun_validation_results.json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可应用的工程修复：训练—服务打分一致性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不重训；让 Validation 检索使用训练 full-softmax 的原始电影向量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整体 Recall@10：0.156954 → 0.174669；NDCG@10：0.077737 → 0.089458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但 AQ3=0.103127、gap=0.138003、Tail PQ0=0.063648，最终仅通过 2/5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这是可复现的整体检索改善，却不是可部署替代：联合门槛阻止牺牲弱切片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结论：保留该工程发现与实现，不覆盖可信 Baseline，也不打开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training_serving_alignment_validation_results.json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探索终止：把‘不继续’变成预先定义的决策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避免在同一方向无限调参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同一假设族最多两个正式候选；若两次在同一决定性门槛失败则关闭该族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若两个独立假设族均未产生 5/5 候选，则停止模型搜索、冻结可信证据链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attention/pooling 已关闭；Train-only activity reweighting 的首个有效候选方向性失败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因此当前决策：停止搜索，不把候选 2 当成必须完成的配额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docs/experiment_registry.md（前瞻性探索治理规则）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最终推荐：部署可信 Baseline，而非伪优化候选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用已经通过完整协议的模型交付，保留失败证据指导下一轮数据/产品工作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部署/演示锚点：冻结的 Baseline V1 与已核验的线上同工件链路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不部署 Attention-20、activity-balanced 或 training_raw：均未通过预注册的联合准入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后续优先级转向数据与产品验证：更多时间窗口、在线反馈、真正的 A/B 设计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任何新模型方向需重新立项、预注册，并保留封存 Test 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实验注册表；所有候选均以 Validation 结论冻结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EBF1F8"/>
                </a:solidFill>
                <a:latin typeface="Aptos"/>
              </a:defRPr>
            </a:pPr>
            <a:r>
              <a:t>面试要点：我交付的是一条可审计的决策链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6AAC2"/>
                </a:solidFill>
                <a:latin typeface="Aptos"/>
              </a:defRPr>
            </a:pPr>
            <a:r>
              <a:t>迁移能力 + 实验设计 + 对失败的诚实处理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52760" cy="3977639"/>
          </a:xfrm>
          <a:prstGeom prst="roundRect">
            <a:avLst/>
          </a:prstGeom>
          <a:solidFill>
            <a:srgbClr val="172339"/>
          </a:solidFill>
          <a:ln>
            <a:solidFill>
              <a:srgbClr val="2C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001268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工程：将训练、导出、部署、服务和验证串成可复现的 PyTorch 系统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科学：先修数据协议，冻结门槛，按切片而非平均数做模型选择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判断：总体指标变好仍可拒绝；发现协议事故后隔离并修复防线</a:t>
            </a:r>
          </a:p>
          <a:p>
            <a:pPr>
              <a:spcAft>
                <a:spcPts val="1500"/>
              </a:spcAft>
              <a:defRPr sz="1800">
                <a:solidFill>
                  <a:srgbClr val="EBF1F8"/>
                </a:solidFill>
                <a:latin typeface="Aptos"/>
              </a:defRPr>
            </a:pPr>
            <a:r>
              <a:t>结果：留下可信 Baseline、可解释的失败轨迹，以及清晰的停止条件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9C5A4"/>
                </a:solidFill>
                <a:latin typeface="Aptos"/>
              </a:defRPr>
            </a:pPr>
            <a:r>
              <a:t>FUNREC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24535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96AAC2"/>
                </a:solidFill>
                <a:latin typeface="Aptos"/>
              </a:defRPr>
            </a:pPr>
            <a:r>
              <a:t>Evidence: FunRec 项目最终交付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